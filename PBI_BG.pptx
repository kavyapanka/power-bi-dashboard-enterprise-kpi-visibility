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101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D9B13-6EB8-0C84-1206-295DDA31A0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FD74B3-F436-9F4A-BDD8-FE0FD2CCA2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879803-9F5D-4858-6F60-12EE17F56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4B6B3-15F4-4489-B684-0B3BD81765C3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334335-5C3A-71E7-C39D-BA5C90C4D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3CBF7-B58D-2AF4-2F53-F172C0E0F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6EB2B-B08A-457F-B987-37E8E663A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716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F0FBA-6176-D4DD-C8A7-B55C032E4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187AC-7C3A-4882-1EE2-022D2E83B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E1BB7-0A57-41E5-504B-D74F9D169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4B6B3-15F4-4489-B684-0B3BD81765C3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61A6F-FE48-55EE-CC46-AF6DF7528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B3373-114B-63E4-6477-DAAE2E4C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6EB2B-B08A-457F-B987-37E8E663A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288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DCAED-54AB-911A-7CEA-D76B4D2F5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CDCA5C-C73A-818E-EF4A-A3920547C8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60E1E-399B-B7D9-0844-89E91777A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4B6B3-15F4-4489-B684-0B3BD81765C3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8A70A5-C718-A97F-B8F0-0F5DEEB81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9170B-A49E-B8B0-71E9-4E93BBA7C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6EB2B-B08A-457F-B987-37E8E663A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987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69BC2-34C4-290C-D625-810E22490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5D3B0-90B9-D387-3DDB-E443367C1D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DAF9B8-BADB-D328-7C3A-8D64396171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F84DDB-C528-53E6-67A2-4622187EA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4B6B3-15F4-4489-B684-0B3BD81765C3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230D5D-E773-3AEE-3705-622BBDEA5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EAF898-3E91-A6FF-A111-E1CE4E96C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6EB2B-B08A-457F-B987-37E8E663A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20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F3F75-0A8A-46ED-5422-5DE415E37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6C3DBB-B103-9431-4AFD-35879F4851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298CB6-792B-CD84-1AEE-0BED5BDCF1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9573B6-E00A-4F36-DF74-796CEC0232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10BEEA-256C-3953-D4CF-D556669916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51751B-756B-0960-6D2C-62273CE66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4B6B3-15F4-4489-B684-0B3BD81765C3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560F1C-F1F3-1334-F682-405EBC9C2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9D04CE-34E2-8A45-6097-24A76FE74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6EB2B-B08A-457F-B987-37E8E663A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788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37A9F-2AAB-D6B0-DA45-CAA8AA24C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C30B7C-C921-E7AD-48A0-9CABB8FC1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4B6B3-15F4-4489-B684-0B3BD81765C3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CD7DB5-4118-DC72-BB3C-822DD6012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DBDC57-A323-CF46-BA5F-5D1C507DA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6EB2B-B08A-457F-B987-37E8E663A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332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C15980-AA7D-5F35-FAE1-9F472AC47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4B6B3-15F4-4489-B684-0B3BD81765C3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872593-997F-D184-5B82-E56CF70D0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33349-6A41-E3B9-019F-A6B67A8C2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6EB2B-B08A-457F-B987-37E8E663A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253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F9B6F-C650-CE7F-68AD-FB159DC61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A5B70-C93A-2A4E-5BD4-7CFAE72CF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854158-9EDC-E757-E118-A40E7386D1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767CB1-7C5D-8DCC-628E-5BC189F67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4B6B3-15F4-4489-B684-0B3BD81765C3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3E6D5C-9363-3075-10EC-CB750FF04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D61FB4-B508-F829-8E09-C7169CB4C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6EB2B-B08A-457F-B987-37E8E663A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82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33D36-4B2C-9E4A-9E3C-85888A899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54EAE6-BF37-B70B-7365-4BB0C1A710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963978-8AB4-CCCC-2D1A-056F4C908A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987D68-2D96-F9E6-122E-BE95E1E48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4B6B3-15F4-4489-B684-0B3BD81765C3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B18E20-F25E-DCA4-9C19-22FA07EBE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A504CB-6C35-1D5D-02A5-792FBE0CA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6EB2B-B08A-457F-B987-37E8E663A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145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1D51B-06F6-9672-1008-F7BF3EE62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5B0294-8103-D98B-A6AD-C008E475D2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FBD3D-A45C-94A0-FBB0-6FD4607B1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4B6B3-15F4-4489-B684-0B3BD81765C3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901D4D-7E7C-FFA1-5F5B-0D376E75C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433E0-4F86-A477-F90F-3321640AA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6EB2B-B08A-457F-B987-37E8E663A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352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DD34D6-CC38-6226-E6AA-7CDB371763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949EAB-8D5F-B151-5EEE-48A050B001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E8CEE-3983-6F57-F537-EF3FE5CE4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4B6B3-15F4-4489-B684-0B3BD81765C3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0E6165-FD57-BE93-FE25-FCED9D200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D7E2E-0BA9-306E-5B8D-EE026ED0E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6EB2B-B08A-457F-B987-37E8E663A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590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6B03F3-2DC8-DEFE-C647-0F5F80450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48ACBA-67AD-C493-CB78-13A39DA52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297D6-53A3-6E91-E68B-58BFB991FF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54B6B3-15F4-4489-B684-0B3BD81765C3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2FB66B-707C-472A-17F3-D44F6D70D5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AB74A-E15A-B80E-4B0C-2FCBD1A204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16EB2B-B08A-457F-B987-37E8E663A73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C40316-DA66-7892-3DAC-E4D94F2DD37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152188" y="63500"/>
            <a:ext cx="1012825" cy="2133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400">
                <a:solidFill>
                  <a:srgbClr val="71BF44">
                    <a:alpha val="50000"/>
                  </a:srgbClr>
                </a:solidFill>
                <a:latin typeface="Aptos" panose="020B0004020202020204" pitchFamily="34" charset="0"/>
              </a:rPr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1903548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38F25E7-E89A-84B6-EC79-8B444065AB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>
                  <a:lumMod val="10000"/>
                  <a:lumOff val="90000"/>
                </a:schemeClr>
              </a:solidFill>
            </a:endParaRPr>
          </a:p>
        </p:txBody>
      </p:sp>
      <p:pic>
        <p:nvPicPr>
          <p:cNvPr id="11" name="Graphic 10" descr="Statistics with solid fill">
            <a:extLst>
              <a:ext uri="{FF2B5EF4-FFF2-40B4-BE49-F238E27FC236}">
                <a16:creationId xmlns:a16="http://schemas.microsoft.com/office/drawing/2014/main" id="{B46C883A-486A-B310-7C8F-F5A7E26D9D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4236" y="326571"/>
            <a:ext cx="914400" cy="9144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09F35E5-B1A5-2AAA-A91C-69759BAF7BE9}"/>
              </a:ext>
            </a:extLst>
          </p:cNvPr>
          <p:cNvSpPr/>
          <p:nvPr/>
        </p:nvSpPr>
        <p:spPr>
          <a:xfrm>
            <a:off x="2013856" y="0"/>
            <a:ext cx="10178144" cy="685799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FA8322-64F9-426B-22CC-4F28E0B1BA2C}"/>
              </a:ext>
            </a:extLst>
          </p:cNvPr>
          <p:cNvSpPr/>
          <p:nvPr/>
        </p:nvSpPr>
        <p:spPr>
          <a:xfrm>
            <a:off x="4038599" y="184525"/>
            <a:ext cx="6128657" cy="8599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ShopNest Retail Analytics Dashboard</a:t>
            </a:r>
          </a:p>
        </p:txBody>
      </p:sp>
    </p:spTree>
    <p:extLst>
      <p:ext uri="{BB962C8B-B14F-4D97-AF65-F5344CB8AC3E}">
        <p14:creationId xmlns:p14="http://schemas.microsoft.com/office/powerpoint/2010/main" val="3063755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202412c0-1e7d-4ccc-99a7-7c8f0a21f86d}" enabled="1" method="Standard" siteId="{0d993ad3-fa73-421a-b129-1fe5590103f3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KAVYA Panka</dc:creator>
  <cp:lastModifiedBy>KAVYA Panka</cp:lastModifiedBy>
  <cp:revision>2</cp:revision>
  <dcterms:created xsi:type="dcterms:W3CDTF">2025-12-20T18:00:49Z</dcterms:created>
  <dcterms:modified xsi:type="dcterms:W3CDTF">2025-12-21T16:15:55Z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RESTRICTED</vt:lpwstr>
  </property>
</Properties>
</file>